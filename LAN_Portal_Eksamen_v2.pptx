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76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020E8-4D24-5D12-1DE1-730069D0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35820-3899-2586-8CD7-A9C45BBA0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CA7A3-65DB-3472-7156-E0E978323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D0402-6AC8-A813-4FDC-B56BF36D9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24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477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0399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7651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9983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008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8431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885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2498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7195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722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045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89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479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LAN-party Portal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 VGS  •  ITK2004  •  2025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Utvikling  •  Drift  •  Brukerstøtte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er LAN-portalen?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enkel webside for Tangen VGS sitt LAN-party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13232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Viser spillgrupper: Minecraft, CS:GO og Valorant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13232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Elever kan melde seg på spillgrupper direkte på siden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13232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10896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Påmeldingene lagres i en MySQL-database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713232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 kjører lokalt på LAN-nettverket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1b – Brukergrensesnittet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Laget med HTML og CSS – dark gaming-tema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localhost:3000  —  LAN Portal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8412480" cy="45720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– Spillgrupper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265176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64008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Bygging, survival og eventyr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for alle nivåer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337560"/>
            <a:ext cx="1280160" cy="3931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meg på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2084832"/>
            <a:ext cx="265176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3264408" y="2084832"/>
            <a:ext cx="64008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3401568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Counter-Strike: GO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25786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Lagbasert FPS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Turnering på kvelden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01568" y="3337560"/>
            <a:ext cx="1280160" cy="3931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Text 17"/>
          <p:cNvSpPr/>
          <p:nvPr/>
        </p:nvSpPr>
        <p:spPr>
          <a:xfrm>
            <a:off x="3401568" y="333756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meg på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1616" y="2084832"/>
            <a:ext cx="265176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6071616" y="2084832"/>
            <a:ext cx="64008" cy="2011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6208776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08776" y="25786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5v5 taktisk skytespill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Krever registrering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8776" y="3337560"/>
            <a:ext cx="1280160" cy="3931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Text 23"/>
          <p:cNvSpPr/>
          <p:nvPr/>
        </p:nvSpPr>
        <p:spPr>
          <a:xfrm>
            <a:off x="6208776" y="333756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meg på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1c – Teknologistack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 av teknologi og programmeringsspråk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130759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3258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32588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+  CSS  +  JavaScript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822960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640080" y="2203704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2219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22199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–  server og REST API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822960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640080" y="309981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11810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11810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–  lagrer påmeldinger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822960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64008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Text 19"/>
          <p:cNvSpPr/>
          <p:nvPr/>
        </p:nvSpPr>
        <p:spPr>
          <a:xfrm>
            <a:off x="640080" y="399592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401421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0400" y="401421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–  enkel oppstart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2a – Serveroppsett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Lokalt oppsett av spillserver og database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400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Operativsystem?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18488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 bestemt – vi har ikke spesifisert dette i løsningen vår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822960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658368" y="21854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Installasjon?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starter MySQL og phpMyAdmin automatisk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822960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658368" y="30815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Kobling for spillere?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4107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har ikke implementert dette – portalen kjører lokalt og vi har ikke tenkt på hvordan folk kobler seg til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822960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64008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658368" y="39776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Overvåkning?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4306824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logs, ping og htop for CPU/minne i sanntid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2b – Nettverksoppsett for 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Organisering, IP, overvåkning og sikkerhet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251960" cy="1691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251960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502920" y="13441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Nettverksorganisering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73936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Gigabit switch + Cat6-kabler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VLAN: spillere / admins / servere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207008"/>
            <a:ext cx="4251960" cy="1691640"/>
          </a:xfrm>
          <a:prstGeom prst="rect">
            <a:avLst/>
          </a:prstGeom>
          <a:solidFill>
            <a:srgbClr val="1C21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25196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4937760" y="13441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IP-fordeling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73936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DHCP-server: 192.168.10.x/24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Servere får statisk IP via MAC-reservasjon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251960" cy="1691640"/>
          </a:xfrm>
          <a:prstGeom prst="rect">
            <a:avLst/>
          </a:prstGeom>
          <a:solidFill>
            <a:srgbClr val="1C21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25196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Overvåkning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/ ntopng for trafikk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+ htop på servere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4251960" cy="1691640"/>
          </a:xfrm>
          <a:prstGeom prst="rect">
            <a:avLst/>
          </a:prstGeom>
          <a:solidFill>
            <a:srgbClr val="1C21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4800600" y="3108960"/>
            <a:ext cx="4251960" cy="8229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4937760" y="32461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Sikkerhet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67588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 trådløst, isolert gjestenet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Brannmur blokkerer uønsket trafikk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3 – Brukerstøtte og Konflikter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En elev hengte ut en annen i Discord-chatten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160520" cy="3566160"/>
          </a:xfrm>
          <a:prstGeom prst="rect">
            <a:avLst/>
          </a:prstGeom>
          <a:solidFill>
            <a:srgbClr val="1C212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 – Håndtering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 bildet ned umiddelbart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Snakk rolig og privat med den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som delte det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Sjekk at den utsatte eleven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har det bra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Informer ansvarlig lærer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Dokumenter hendelsen skriftlig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70432"/>
            <a:ext cx="4160520" cy="3566160"/>
          </a:xfrm>
          <a:prstGeom prst="rect">
            <a:avLst/>
          </a:prstGeom>
          <a:solidFill>
            <a:srgbClr val="1C21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484632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 – Forebygging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Vis respekt – alle er velkomne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Ingen hetsing eller uthenging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Del kun bilder alle godkjenner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Ingen diskriminerende innhold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Ingen deling av andres info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Personopplysningsloven / GDPR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Oppsummering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658368" y="115214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– Datamodell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152144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tabeller med relasjoner – Konkurranse, Deltager, Gruppe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6400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658368" y="17647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– Grensesnitt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76479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LAN Portal med spillgrupper og påmelding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64008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658368" y="23774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–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+ Node.js + MySQL + Docker Compose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64008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658368" y="29900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–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990088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+ Docker Compose starter alt automatisk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64008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658368" y="360273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– Nettverk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602736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VLAN, DHCP, Wireshark, WPA3 og brannmur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78808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658368" y="42153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Brukerstøtte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4215384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5-stegs konflikthåndtering + forebyggende retningslinjer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5CA3D-1881-F8AA-5F78-3165C1A1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3D35FC-F379-3F62-9164-946EE3D4A498}"/>
              </a:ext>
            </a:extLst>
          </p:cNvPr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D61ADEC-EB7C-FF3A-E4D1-BFC011C4C963}"/>
              </a:ext>
            </a:extLst>
          </p:cNvPr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CC9FB4-8BA0-8610-87D3-CA97C72A1AA6}"/>
              </a:ext>
            </a:extLst>
          </p:cNvPr>
          <p:cNvSpPr/>
          <p:nvPr/>
        </p:nvSpPr>
        <p:spPr>
          <a:xfrm>
            <a:off x="457200" y="1190537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Takk for </a:t>
            </a:r>
            <a:r>
              <a:rPr lang="en-US" sz="5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5800" dirty="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A24FD6B1-9544-CF93-65A4-FC1B26AF3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489" y="1484333"/>
            <a:ext cx="688934" cy="688934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20033437-B486-D630-2A26-3AD367F71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81178">
            <a:off x="586255" y="2491879"/>
            <a:ext cx="1929104" cy="192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78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tema">
  <a:themeElements>
    <a:clrScheme name="Office 2013 – 2022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462</Words>
  <Application>Microsoft Office PowerPoint</Application>
  <PresentationFormat>Skjermfremvisning (16:9)</PresentationFormat>
  <Paragraphs>116</Paragraphs>
  <Slides>9</Slides>
  <Notes>9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2013 – 2022-tema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LAN-party Portal – Tangen VGS</dc:title>
  <dc:subject>PptxGenJS Presentation</dc:subject>
  <dc:creator>PptxGenJS</dc:creator>
  <cp:lastModifiedBy>edu3235344</cp:lastModifiedBy>
  <cp:revision>2</cp:revision>
  <dcterms:created xsi:type="dcterms:W3CDTF">2026-05-07T12:03:52Z</dcterms:created>
  <dcterms:modified xsi:type="dcterms:W3CDTF">2026-05-07T12:13:06Z</dcterms:modified>
</cp:coreProperties>
</file>